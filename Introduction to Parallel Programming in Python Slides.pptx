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322" r:id="rId2"/>
    <p:sldId id="334" r:id="rId3"/>
    <p:sldId id="361" r:id="rId4"/>
    <p:sldId id="408" r:id="rId5"/>
    <p:sldId id="359" r:id="rId6"/>
    <p:sldId id="406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71BD8E-FF85-4E42-8BDD-B7324F9FBDEB}" v="3" dt="2025-10-24T08:53:10.40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2" autoAdjust="0"/>
    <p:restoredTop sz="71436" autoAdjust="0"/>
  </p:normalViewPr>
  <p:slideViewPr>
    <p:cSldViewPr snapToGrid="0" showGuides="1">
      <p:cViewPr varScale="1">
        <p:scale>
          <a:sx n="53" d="100"/>
          <a:sy n="53" d="100"/>
        </p:scale>
        <p:origin x="1324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13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1312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ling, Chris" userId="6dcf99c9-2ba5-410a-8445-0893a3d1421f" providerId="ADAL" clId="{4C71BD8E-FF85-4E42-8BDD-B7324F9FBDEB}"/>
    <pc:docChg chg="custSel modSld">
      <pc:chgData name="Cooling, Chris" userId="6dcf99c9-2ba5-410a-8445-0893a3d1421f" providerId="ADAL" clId="{4C71BD8E-FF85-4E42-8BDD-B7324F9FBDEB}" dt="2025-10-24T08:53:10.398" v="8" actId="20577"/>
      <pc:docMkLst>
        <pc:docMk/>
      </pc:docMkLst>
      <pc:sldChg chg="addSp delSp modSp mod">
        <pc:chgData name="Cooling, Chris" userId="6dcf99c9-2ba5-410a-8445-0893a3d1421f" providerId="ADAL" clId="{4C71BD8E-FF85-4E42-8BDD-B7324F9FBDEB}" dt="2025-10-24T08:53:10.398" v="8" actId="20577"/>
        <pc:sldMkLst>
          <pc:docMk/>
          <pc:sldMk cId="1507190070" sldId="359"/>
        </pc:sldMkLst>
        <pc:spChg chg="mod">
          <ac:chgData name="Cooling, Chris" userId="6dcf99c9-2ba5-410a-8445-0893a3d1421f" providerId="ADAL" clId="{4C71BD8E-FF85-4E42-8BDD-B7324F9FBDEB}" dt="2025-10-24T08:53:10.398" v="8" actId="20577"/>
          <ac:spMkLst>
            <pc:docMk/>
            <pc:sldMk cId="1507190070" sldId="359"/>
            <ac:spMk id="6" creationId="{F67B57BE-29B8-B7BA-15CB-930F83F6EB26}"/>
          </ac:spMkLst>
        </pc:spChg>
        <pc:picChg chg="add mod">
          <ac:chgData name="Cooling, Chris" userId="6dcf99c9-2ba5-410a-8445-0893a3d1421f" providerId="ADAL" clId="{4C71BD8E-FF85-4E42-8BDD-B7324F9FBDEB}" dt="2025-10-16T13:19:26.155" v="5" actId="1076"/>
          <ac:picMkLst>
            <pc:docMk/>
            <pc:sldMk cId="1507190070" sldId="359"/>
            <ac:picMk id="10" creationId="{38CFBB8A-B1A0-6810-A40F-0B48B0662588}"/>
          </ac:picMkLst>
        </pc:picChg>
      </pc:sldChg>
    </pc:docChg>
  </pc:docChgLst>
  <pc:docChgLst>
    <pc:chgData name="Cooling, Chris" userId="6dcf99c9-2ba5-410a-8445-0893a3d1421f" providerId="ADAL" clId="{35200561-3F42-4629-ADAF-CB4870BA263B}"/>
    <pc:docChg chg="undo custSel addSld delSld modSld">
      <pc:chgData name="Cooling, Chris" userId="6dcf99c9-2ba5-410a-8445-0893a3d1421f" providerId="ADAL" clId="{35200561-3F42-4629-ADAF-CB4870BA263B}" dt="2025-02-17T10:28:58.025" v="100" actId="113"/>
      <pc:docMkLst>
        <pc:docMk/>
      </pc:docMkLst>
      <pc:sldChg chg="modSp add mod">
        <pc:chgData name="Cooling, Chris" userId="6dcf99c9-2ba5-410a-8445-0893a3d1421f" providerId="ADAL" clId="{35200561-3F42-4629-ADAF-CB4870BA263B}" dt="2025-02-17T10:28:01.409" v="91" actId="20577"/>
        <pc:sldMkLst>
          <pc:docMk/>
          <pc:sldMk cId="4254443235" sldId="322"/>
        </pc:sldMkLst>
      </pc:sldChg>
      <pc:sldChg chg="del">
        <pc:chgData name="Cooling, Chris" userId="6dcf99c9-2ba5-410a-8445-0893a3d1421f" providerId="ADAL" clId="{35200561-3F42-4629-ADAF-CB4870BA263B}" dt="2025-02-17T10:13:00.230" v="72" actId="47"/>
        <pc:sldMkLst>
          <pc:docMk/>
          <pc:sldMk cId="3212729572" sldId="323"/>
        </pc:sldMkLst>
      </pc:sldChg>
      <pc:sldChg chg="addSp modSp">
        <pc:chgData name="Cooling, Chris" userId="6dcf99c9-2ba5-410a-8445-0893a3d1421f" providerId="ADAL" clId="{35200561-3F42-4629-ADAF-CB4870BA263B}" dt="2025-02-17T10:28:24.250" v="92" actId="767"/>
        <pc:sldMkLst>
          <pc:docMk/>
          <pc:sldMk cId="243918697" sldId="334"/>
        </pc:sldMkLst>
      </pc:sldChg>
      <pc:sldChg chg="modSp mod">
        <pc:chgData name="Cooling, Chris" userId="6dcf99c9-2ba5-410a-8445-0893a3d1421f" providerId="ADAL" clId="{35200561-3F42-4629-ADAF-CB4870BA263B}" dt="2025-02-17T10:28:58.025" v="100" actId="113"/>
        <pc:sldMkLst>
          <pc:docMk/>
          <pc:sldMk cId="16407505" sldId="361"/>
        </pc:sldMkLst>
      </pc:sldChg>
      <pc:sldChg chg="add del">
        <pc:chgData name="Cooling, Chris" userId="6dcf99c9-2ba5-410a-8445-0893a3d1421f" providerId="ADAL" clId="{35200561-3F42-4629-ADAF-CB4870BA263B}" dt="2025-02-17T10:15:14.866" v="75" actId="47"/>
        <pc:sldMkLst>
          <pc:docMk/>
          <pc:sldMk cId="3543295302" sldId="406"/>
        </pc:sldMkLst>
      </pc:sldChg>
      <pc:sldChg chg="del">
        <pc:chgData name="Cooling, Chris" userId="6dcf99c9-2ba5-410a-8445-0893a3d1421f" providerId="ADAL" clId="{35200561-3F42-4629-ADAF-CB4870BA263B}" dt="2025-02-17T10:14:59.715" v="73" actId="47"/>
        <pc:sldMkLst>
          <pc:docMk/>
          <pc:sldMk cId="4288594215" sldId="4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0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Remove after </a:t>
            </a:r>
            <a:r>
              <a:rPr lang="en-GB"/>
              <a:t>PRES closes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89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953376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035571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89454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464863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D3C1-F82F-4CB8-A70E-D239E02CC7BD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rgbClr val="232333"/>
                </a:solidFill>
              </a:defRPr>
            </a:lvl1pPr>
            <a:lvl2pP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2DD9-85A1-4017-BC8B-D6D9E91FD40F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00FF7F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00FF7F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3CB9B-296D-4776-8BD2-9B69131702C8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232333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232333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232333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232333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232333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70C1F9-82A7-4694-BC95-9765B9ADFAA5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DC3E-D2DA-493A-8501-3BF5D48E379E}" type="datetime1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D92FE-DCEE-4EBE-A334-92986612DE87}" type="datetime1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9FEEB-D51B-4D71-9BFE-4DDF4782DAAB}" type="datetime1">
              <a:rPr lang="en-GB" smtClean="0"/>
              <a:t>24/10/2025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D850-CE1B-4C1F-A56B-7DC6C21E3DD8}" type="datetime1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9F8-4480-44BC-A716-893E67C2735D}" type="datetime1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0219F-B161-4F0E-A533-08903C48AB16}" type="datetime1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765C-B395-445A-BB7D-91633782B26F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9A23E-AF96-4287-BE28-1ADB76C94297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028E5-4630-4A49-8CD8-75F4D5CBCCC6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1CE83-213E-403F-B9DD-19FD65A588A1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EB5B-3393-43ED-8673-03B8DC33DB28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5E0CD-E151-4A33-A2A2-03B2E7CC8BC9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6400"/>
              </a:buClr>
              <a:defRPr sz="1800"/>
            </a:lvl3pPr>
            <a:lvl4pPr rtl="0">
              <a:buClr>
                <a:srgbClr val="006400"/>
              </a:buClr>
              <a:defRPr sz="1800"/>
            </a:lvl4pPr>
            <a:lvl5pPr rtl="0"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E47D8-FCEA-416F-B7B1-01F646113A42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B672-F5C9-442D-9472-3A64DE84F92F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70C0-CAB8-4E6F-B082-BF123D1F5BA2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41B20C-921E-48FE-A703-F29C015D579A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208042-536C-4D8C-90A0-2119E5C233D7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8807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F91EFE-107C-46F7-83A1-FFD667E7E54A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 descr="A black and white image of two people&#10;&#10;Description automatically generated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7D8B94-1018-4413-B6E0-124BC3467509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736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75A678-38A5-4559-9323-15C114EB5D99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7928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F3326D5-AD77-4375-BBD9-A0CE57142B61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246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105003-67C5-4B3B-968F-E585BF1105C6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5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4C8D5B-C751-4C5C-A0E5-6FAA17E6722E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026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F10B-E8A1-4BA4-8B68-ED4C88BF6EAE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71EC6-A755-481E-A186-58140BAAB9C2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CFCF2-35E8-4AE7-B8A8-E023A22927C2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5E5-0E97-4E54-A3B7-99BE9AFFA17B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40C89-29E0-41C0-8072-6058FA9645E9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8750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C51B-F576-40D6-9826-F50E8975402A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E490A-AB4E-44BC-9A51-846D12BC9A2C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928214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625EA-C875-40EC-812F-5780CCAEF4AA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C406-B357-4129-A455-8C86CAA0A02D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9C6A-7569-4AEB-A397-9051E9045969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A29-8268-4491-A8F4-837D35EEA7A8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3DAD-9836-412E-8FC7-CD0764669967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B6F1-AEE6-442A-B141-1E86D43F003A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F1D13-E7E9-4BF7-92BE-67A592DDA1E6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F7650-52C1-45D7-9783-1B632DECD8C7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6400"/>
              </a:buClr>
              <a:defRPr sz="1800"/>
            </a:lvl3pPr>
            <a:lvl4pPr>
              <a:buClr>
                <a:srgbClr val="006400"/>
              </a:buClr>
              <a:defRPr sz="1800"/>
            </a:lvl4pPr>
            <a:lvl5pPr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E6634-9697-470B-A866-7A3A7553D5F1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FB-0B57-4AD4-9A6E-9C9E2AB17266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710B1-4110-4C9F-8D4B-EE28136D117F}" type="datetime1">
              <a:rPr lang="en-GB" smtClean="0"/>
              <a:t>24/10/2025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een and black logo&#10;&#10;Description automatically generated">
            <a:extLst>
              <a:ext uri="{FF2B5EF4-FFF2-40B4-BE49-F238E27FC236}">
                <a16:creationId xmlns:a16="http://schemas.microsoft.com/office/drawing/2014/main" id="{98DBF964-2C27-A4D1-7AEE-2AE56263D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70" y="327819"/>
            <a:ext cx="11536293" cy="22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9DDF72-DF0B-FA74-2E07-D490692B3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188" y="327819"/>
            <a:ext cx="3964683" cy="109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rgbClr val="232333"/>
                </a:solidFill>
              </a:defRPr>
            </a:lvl1pPr>
          </a:lstStyle>
          <a:p>
            <a:fld id="{56035B73-EA03-4DE1-829C-24B16FADC510}" type="datetime1">
              <a:rPr lang="en-GB" smtClean="0"/>
              <a:t>24/10/2025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rgbClr val="232333"/>
                </a:solidFill>
              </a:defRPr>
            </a:lvl1pPr>
          </a:lstStyle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rgbClr val="232333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rgbClr val="232333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715" r:id="rId2"/>
    <p:sldLayoutId id="2147483716" r:id="rId3"/>
    <p:sldLayoutId id="2147483717" r:id="rId4"/>
    <p:sldLayoutId id="2147483718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721" r:id="rId26"/>
    <p:sldLayoutId id="2147483666" r:id="rId27"/>
    <p:sldLayoutId id="2147483719" r:id="rId28"/>
    <p:sldLayoutId id="2147483720" r:id="rId29"/>
    <p:sldLayoutId id="2147483722" r:id="rId30"/>
    <p:sldLayoutId id="2147483723" r:id="rId31"/>
    <p:sldLayoutId id="2147483724" r:id="rId32"/>
    <p:sldLayoutId id="2147483661" r:id="rId33"/>
    <p:sldLayoutId id="2147483695" r:id="rId34"/>
    <p:sldLayoutId id="2147483696" r:id="rId35"/>
    <p:sldLayoutId id="2147483669" r:id="rId36"/>
    <p:sldLayoutId id="2147483697" r:id="rId37"/>
    <p:sldLayoutId id="2147483698" r:id="rId38"/>
    <p:sldLayoutId id="2147483678" r:id="rId39"/>
    <p:sldLayoutId id="2147483699" r:id="rId40"/>
    <p:sldLayoutId id="2147483700" r:id="rId41"/>
    <p:sldLayoutId id="2147483662" r:id="rId42"/>
    <p:sldLayoutId id="2147483701" r:id="rId43"/>
    <p:sldLayoutId id="2147483702" r:id="rId44"/>
    <p:sldLayoutId id="2147483663" r:id="rId45"/>
    <p:sldLayoutId id="2147483703" r:id="rId46"/>
    <p:sldLayoutId id="2147483704" r:id="rId47"/>
    <p:sldLayoutId id="2147483664" r:id="rId48"/>
    <p:sldLayoutId id="2147483705" r:id="rId49"/>
    <p:sldLayoutId id="2147483706" r:id="rId50"/>
    <p:sldLayoutId id="2147483665" r:id="rId51"/>
    <p:sldLayoutId id="2147483670" r:id="rId52"/>
    <p:sldLayoutId id="2147483673" r:id="rId5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06400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erialCollegeLondon/RCDS-object-oriented-python/blob/master/README.md" TargetMode="External"/><Relationship Id="rId2" Type="http://schemas.openxmlformats.org/officeDocument/2006/relationships/hyperlink" Target="https://github.com/ImperialCollegeLondon/RCDS-parallel-programming-in-python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cri.short.gy/feedback-rcd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Relationship Id="rId4" Type="http://schemas.openxmlformats.org/officeDocument/2006/relationships/hyperlink" Target="https://www.imperial.ac.uk/students/academic-support/graduate-school/community-development/pres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B8CFF-383C-D851-D00F-2D379C5EB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Parallel Programming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A2379-8763-5480-91C9-D345DCB62E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Chris Cooling</a:t>
            </a:r>
          </a:p>
          <a:p>
            <a:r>
              <a:rPr lang="en-GB" dirty="0"/>
              <a:t>Senior Teaching Fellow</a:t>
            </a:r>
          </a:p>
          <a:p>
            <a:r>
              <a:rPr lang="en-GB" dirty="0"/>
              <a:t>ECRI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44323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/>
              <a:t>Important Information on Marking your Attendance on Inkpath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7" y="1773239"/>
            <a:ext cx="11541125" cy="3608230"/>
          </a:xfrm>
        </p:spPr>
        <p:txBody>
          <a:bodyPr/>
          <a:lstStyle/>
          <a:p>
            <a:r>
              <a:rPr lang="en-GB" sz="3200" dirty="0"/>
              <a:t>I will show you a QR code at the end of the session allowing you to mark your attendance on Inkpath. Please do not mark your attendance until then.</a:t>
            </a:r>
            <a:br>
              <a:rPr lang="en-GB" sz="3200" dirty="0"/>
            </a:b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If you are a Postgraduate Research student, this is required for receiving your ECRI professional development credit for this course.</a:t>
            </a:r>
            <a:endParaRPr lang="en-GB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2B536CB7-DFEA-4F98-ABD3-A1969468ED80}" type="datetime1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1AB67-9304-B084-A7F8-165197F1F6E1}"/>
              </a:ext>
            </a:extLst>
          </p:cNvPr>
          <p:cNvSpPr txBox="1"/>
          <p:nvPr/>
        </p:nvSpPr>
        <p:spPr>
          <a:xfrm>
            <a:off x="5936457" y="730770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186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Understand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basics of how parallel computing works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Judge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when it’s appropriate to use different parallel programming techniques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basics of a selection of parallel processing libraries in Python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Apply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basics of parallel programming to simple practical problems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FEBF4202-0BFC-4E93-9747-302E53398C05}" type="datetime1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 dirty="0"/>
              <a:t>Introduction to Parallel Programming in Python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75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course materials are stored in a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GitHub repository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Instructions for using the materials are found in the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readme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Links to open the course notebooks in </a:t>
            </a:r>
            <a:r>
              <a:rPr lang="en-US" sz="36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Colab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are at the bottom of the readme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materials can also be downloaded and run locally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also star/fork the repository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C284F42F-B3C5-4742-A627-7F087B8E4AF0}" type="datetime1">
              <a:rPr lang="en-GB" smtClean="0"/>
              <a:t>24/10/2025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6149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A737-0B87-8D06-30BC-159A01E5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E690-3DB5-C8AC-A9B4-2E152B27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take 3 minutes to complete the evaluation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4DF49-9A4D-5154-542F-80280136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B8C1-37D9-4E65-816B-25E546F8DA5B}" type="datetime1">
              <a:rPr lang="en-GB" smtClean="0"/>
              <a:t>24/10/2025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811AD-8D42-0DE4-1E96-E0C6A5A1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Parallel Programming in Python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DDFA7-DE3D-8D77-CFD3-B19A6CF5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DBC8-6B4B-6860-9339-77D08AD9E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B57BE-29B8-B7BA-15CB-930F83F6EB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68248" y="1509025"/>
            <a:ext cx="5489924" cy="41422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Once you’ve completed this course, please provide feedback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The link </a:t>
            </a:r>
            <a:r>
              <a:rPr lang="en-GB" sz="2800"/>
              <a:t>is </a:t>
            </a:r>
            <a:r>
              <a:rPr lang="en-GB" sz="2800" u="sng">
                <a:solidFill>
                  <a:srgbClr val="0563C1"/>
                </a:solidFill>
                <a:hlinkClick r:id="rId3"/>
              </a:rPr>
              <a:t>https://ecri.short.gy/feedback-rcds</a:t>
            </a:r>
            <a:endParaRPr lang="en-GB" sz="2800" u="sng">
              <a:solidFill>
                <a:srgbClr val="0563C1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/>
              <a:t>You </a:t>
            </a:r>
            <a:r>
              <a:rPr lang="en-GB" sz="2800" dirty="0"/>
              <a:t>should also have received an email with this link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This helps us improve the class for future students</a:t>
            </a:r>
          </a:p>
          <a:p>
            <a:endParaRPr lang="en-US" dirty="0"/>
          </a:p>
        </p:txBody>
      </p:sp>
      <p:pic>
        <p:nvPicPr>
          <p:cNvPr id="10" name="Picture 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8CFBB8A-B1A0-6810-A40F-0B48B0662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38" y="837385"/>
            <a:ext cx="5348975" cy="534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900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00" y="1864819"/>
            <a:ext cx="4742772" cy="1828800"/>
          </a:xfrm>
        </p:spPr>
        <p:txBody>
          <a:bodyPr/>
          <a:lstStyle/>
          <a:p>
            <a:r>
              <a:rPr lang="en-US" dirty="0">
                <a:solidFill>
                  <a:srgbClr val="98FB98"/>
                </a:solidFill>
              </a:rPr>
              <a:t>PRES 2025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r>
              <a:rPr lang="en-US" dirty="0"/>
              <a:t>Presentation Title</a:t>
            </a:r>
          </a:p>
          <a:p>
            <a:r>
              <a:rPr lang="en-US" dirty="0"/>
              <a:t>DD/MM/YYYY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8BDFF0-9D53-5DAB-3700-2938EAF96C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653" y="417970"/>
            <a:ext cx="2448272" cy="1446849"/>
          </a:xfrm>
          <a:prstGeom prst="rect">
            <a:avLst/>
          </a:prstGeom>
          <a:solidFill>
            <a:srgbClr val="98FB98"/>
          </a:solidFill>
          <a:effectLst>
            <a:outerShdw blurRad="50800" dist="50800" dir="5400000" algn="ctr" rotWithShape="0">
              <a:srgbClr val="98FB98"/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742163F-282C-50FB-3BC2-3BC83316980D}"/>
              </a:ext>
            </a:extLst>
          </p:cNvPr>
          <p:cNvSpPr txBox="1">
            <a:spLocks/>
          </p:cNvSpPr>
          <p:nvPr/>
        </p:nvSpPr>
        <p:spPr>
          <a:xfrm>
            <a:off x="399472" y="4079052"/>
            <a:ext cx="11376891" cy="1828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b="1" kern="1200">
                <a:solidFill>
                  <a:srgbClr val="98FB98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Coming in 2025 - PRES is a national survey for research degree students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Find out more about the action we have taken in response to the previous PRES: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E82EE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Postgraduate Research Experience Survey (PRES) | Current students | Imperial College London</a:t>
            </a:r>
            <a:endParaRPr lang="en-US" sz="2000" dirty="0">
              <a:solidFill>
                <a:srgbClr val="EE82E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29530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rPr lang="en-US" dirty="0">
                <a:solidFill>
                  <a:srgbClr val="98FB98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r>
              <a:rPr lang="en-US" dirty="0"/>
              <a:t>Presentation Title</a:t>
            </a:r>
          </a:p>
          <a:p>
            <a:r>
              <a:rPr lang="en-US" dirty="0"/>
              <a:t>DD/MM/YYYY</a:t>
            </a:r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CL_PowerPoint 16_9 template.potx" id="{0A6366DA-4143-4819-954D-649CAC6891CC}" vid="{00E466E9-FA83-448D-94BE-48FEA435C0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3453</TotalTime>
  <Words>319</Words>
  <Application>Microsoft Office PowerPoint</Application>
  <PresentationFormat>Widescreen</PresentationFormat>
  <Paragraphs>59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Times New Roman</vt:lpstr>
      <vt:lpstr>ICL PPT Theme</vt:lpstr>
      <vt:lpstr>Introduction to Parallel Programming in Python</vt:lpstr>
      <vt:lpstr>Important Information on Marking your Attendance on Inkpath</vt:lpstr>
      <vt:lpstr>Learning Outcomes</vt:lpstr>
      <vt:lpstr>Course Materials</vt:lpstr>
      <vt:lpstr>Please take 3 minutes to complete the evaluation</vt:lpstr>
      <vt:lpstr>PRES 2025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xxxxx</dc:title>
  <dc:creator>Carly Murphy-Merrydew</dc:creator>
  <cp:lastModifiedBy>Cooling, Chris</cp:lastModifiedBy>
  <cp:revision>16</cp:revision>
  <dcterms:created xsi:type="dcterms:W3CDTF">2024-09-12T08:44:53Z</dcterms:created>
  <dcterms:modified xsi:type="dcterms:W3CDTF">2025-10-24T08:53:11Z</dcterms:modified>
</cp:coreProperties>
</file>