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sldIdLst>
    <p:sldId id="322" r:id="rId2"/>
    <p:sldId id="334" r:id="rId3"/>
    <p:sldId id="361" r:id="rId4"/>
    <p:sldId id="408" r:id="rId5"/>
    <p:sldId id="359" r:id="rId6"/>
    <p:sldId id="279" r:id="rId7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71BD8E-FF85-4E42-8BDD-B7324F9FBDEB}" v="3" dt="2025-10-24T08:53:10.403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4C71BD8E-FF85-4E42-8BDD-B7324F9FBDEB}"/>
    <pc:docChg chg="custSel delSld modSld">
      <pc:chgData name="Cooling, Chris" userId="6dcf99c9-2ba5-410a-8445-0893a3d1421f" providerId="ADAL" clId="{4C71BD8E-FF85-4E42-8BDD-B7324F9FBDEB}" dt="2025-10-24T10:08:08.255" v="9" actId="47"/>
      <pc:docMkLst>
        <pc:docMk/>
      </pc:docMkLst>
      <pc:sldChg chg="addSp delSp modSp mod">
        <pc:chgData name="Cooling, Chris" userId="6dcf99c9-2ba5-410a-8445-0893a3d1421f" providerId="ADAL" clId="{4C71BD8E-FF85-4E42-8BDD-B7324F9FBDEB}" dt="2025-10-24T08:53:10.398" v="8" actId="20577"/>
        <pc:sldMkLst>
          <pc:docMk/>
          <pc:sldMk cId="1507190070" sldId="359"/>
        </pc:sldMkLst>
        <pc:spChg chg="mod">
          <ac:chgData name="Cooling, Chris" userId="6dcf99c9-2ba5-410a-8445-0893a3d1421f" providerId="ADAL" clId="{4C71BD8E-FF85-4E42-8BDD-B7324F9FBDEB}" dt="2025-10-24T08:53:10.398" v="8" actId="20577"/>
          <ac:spMkLst>
            <pc:docMk/>
            <pc:sldMk cId="1507190070" sldId="359"/>
            <ac:spMk id="6" creationId="{F67B57BE-29B8-B7BA-15CB-930F83F6EB26}"/>
          </ac:spMkLst>
        </pc:spChg>
        <pc:picChg chg="add mod">
          <ac:chgData name="Cooling, Chris" userId="6dcf99c9-2ba5-410a-8445-0893a3d1421f" providerId="ADAL" clId="{4C71BD8E-FF85-4E42-8BDD-B7324F9FBDEB}" dt="2025-10-16T13:19:26.155" v="5" actId="1076"/>
          <ac:picMkLst>
            <pc:docMk/>
            <pc:sldMk cId="1507190070" sldId="359"/>
            <ac:picMk id="10" creationId="{38CFBB8A-B1A0-6810-A40F-0B48B0662588}"/>
          </ac:picMkLst>
        </pc:picChg>
      </pc:sldChg>
      <pc:sldChg chg="del">
        <pc:chgData name="Cooling, Chris" userId="6dcf99c9-2ba5-410a-8445-0893a3d1421f" providerId="ADAL" clId="{4C71BD8E-FF85-4E42-8BDD-B7324F9FBDEB}" dt="2025-10-24T10:08:08.255" v="9" actId="47"/>
        <pc:sldMkLst>
          <pc:docMk/>
          <pc:sldMk cId="3543295302" sldId="406"/>
        </pc:sldMkLst>
      </pc:sldChg>
    </pc:docChg>
  </pc:docChgLst>
  <pc:docChgLst>
    <pc:chgData name="Cooling, Chris" userId="6dcf99c9-2ba5-410a-8445-0893a3d1421f" providerId="ADAL" clId="{35200561-3F42-4629-ADAF-CB4870BA263B}"/>
    <pc:docChg chg="undo custSel addSld delSld modSld">
      <pc:chgData name="Cooling, Chris" userId="6dcf99c9-2ba5-410a-8445-0893a3d1421f" providerId="ADAL" clId="{35200561-3F42-4629-ADAF-CB4870BA263B}" dt="2025-02-17T10:28:58.025" v="100" actId="113"/>
      <pc:docMkLst>
        <pc:docMk/>
      </pc:docMkLst>
      <pc:sldChg chg="modSp add mod">
        <pc:chgData name="Cooling, Chris" userId="6dcf99c9-2ba5-410a-8445-0893a3d1421f" providerId="ADAL" clId="{35200561-3F42-4629-ADAF-CB4870BA263B}" dt="2025-02-17T10:28:01.409" v="91" actId="20577"/>
        <pc:sldMkLst>
          <pc:docMk/>
          <pc:sldMk cId="4254443235" sldId="322"/>
        </pc:sldMkLst>
      </pc:sldChg>
      <pc:sldChg chg="del">
        <pc:chgData name="Cooling, Chris" userId="6dcf99c9-2ba5-410a-8445-0893a3d1421f" providerId="ADAL" clId="{35200561-3F42-4629-ADAF-CB4870BA263B}" dt="2025-02-17T10:13:00.230" v="72" actId="47"/>
        <pc:sldMkLst>
          <pc:docMk/>
          <pc:sldMk cId="3212729572" sldId="323"/>
        </pc:sldMkLst>
      </pc:sldChg>
      <pc:sldChg chg="addSp modSp">
        <pc:chgData name="Cooling, Chris" userId="6dcf99c9-2ba5-410a-8445-0893a3d1421f" providerId="ADAL" clId="{35200561-3F42-4629-ADAF-CB4870BA263B}" dt="2025-02-17T10:28:24.250" v="92" actId="767"/>
        <pc:sldMkLst>
          <pc:docMk/>
          <pc:sldMk cId="243918697" sldId="334"/>
        </pc:sldMkLst>
      </pc:sldChg>
      <pc:sldChg chg="modSp mod">
        <pc:chgData name="Cooling, Chris" userId="6dcf99c9-2ba5-410a-8445-0893a3d1421f" providerId="ADAL" clId="{35200561-3F42-4629-ADAF-CB4870BA263B}" dt="2025-02-17T10:28:58.025" v="100" actId="113"/>
        <pc:sldMkLst>
          <pc:docMk/>
          <pc:sldMk cId="16407505" sldId="361"/>
        </pc:sldMkLst>
      </pc:sldChg>
      <pc:sldChg chg="add del">
        <pc:chgData name="Cooling, Chris" userId="6dcf99c9-2ba5-410a-8445-0893a3d1421f" providerId="ADAL" clId="{35200561-3F42-4629-ADAF-CB4870BA263B}" dt="2025-02-17T10:15:14.866" v="75" actId="47"/>
        <pc:sldMkLst>
          <pc:docMk/>
          <pc:sldMk cId="3543295302" sldId="406"/>
        </pc:sldMkLst>
      </pc:sldChg>
      <pc:sldChg chg="del">
        <pc:chgData name="Cooling, Chris" userId="6dcf99c9-2ba5-410a-8445-0893a3d1421f" providerId="ADAL" clId="{35200561-3F42-4629-ADAF-CB4870BA263B}" dt="2025-02-17T10:14:59.715" v="73" actId="47"/>
        <pc:sldMkLst>
          <pc:docMk/>
          <pc:sldMk cId="4288594215" sldId="4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1D3C1-F82F-4CB8-A70E-D239E02CC7B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82DD9-85A1-4017-BC8B-D6D9E91FD40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3CB9B-296D-4776-8BD2-9B69131702C8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870C1F9-82A7-4694-BC95-9765B9ADFAA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ADC3E-D2DA-493A-8501-3BF5D48E379E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D92FE-DCEE-4EBE-A334-92986612DE87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9FEEB-D51B-4D71-9BFE-4DDF4782DAAB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AD850-CE1B-4C1F-A56B-7DC6C21E3DD8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599F8-4480-44BC-A716-893E67C2735D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219F-B161-4F0E-A533-08903C48AB16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3765C-B395-445A-BB7D-91633782B26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9A23E-AF96-4287-BE28-1ADB76C9429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028E5-4630-4A49-8CD8-75F4D5CBCCC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1CE83-213E-403F-B9DD-19FD65A588A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EB5B-3393-43ED-8673-03B8DC33DB28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5E0CD-E151-4A33-A2A2-03B2E7CC8BC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E47D8-FCEA-416F-B7B1-01F646113A4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CB672-F5C9-442D-9472-3A64DE84F92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070C0-CAB8-4E6F-B082-BF123D1F5BA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241B20C-921E-48FE-A703-F29C015D579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0208042-536C-4D8C-90A0-2119E5C233D7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AF91EFE-107C-46F7-83A1-FFD667E7E54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7D8B94-1018-4413-B6E0-124BC346750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75A678-38A5-4559-9323-15C114EB5D9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F3326D5-AD77-4375-BBD9-A0CE57142B61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105003-67C5-4B3B-968F-E585BF1105C6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14C8D5B-C751-4C5C-A0E5-6FAA17E6722E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1F10B-E8A1-4BA4-8B68-ED4C88BF6EA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71EC6-A755-481E-A186-58140BAAB9C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CFCF2-35E8-4AE7-B8A8-E023A22927C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5E5-0E97-4E54-A3B7-99BE9AFFA17B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40C89-29E0-41C0-8072-6058FA9645E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DC51B-F576-40D6-9826-F50E8975402A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E490A-AB4E-44BC-9A51-846D12BC9A2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25EA-C875-40EC-812F-5780CCAEF4AA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9C406-B357-4129-A455-8C86CAA0A02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39C6A-7569-4AEB-A397-9051E904596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FA29-8268-4491-A8F4-837D35EEA7A8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3DAD-9836-412E-8FC7-CD076466996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3B6F1-AEE6-442A-B141-1E86D43F003A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1D13-E7E9-4BF7-92BE-67A592DDA1E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F7650-52C1-45D7-9783-1B632DECD8C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E6634-9697-470B-A866-7A3A7553D5F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C16FB-0B57-4AD4-9A6E-9C9E2AB1726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710B1-4110-4C9F-8D4B-EE28136D117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56035B73-EA03-4DE1-829C-24B16FADC510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object-oriented-python/blob/master/README.md" TargetMode="External"/><Relationship Id="rId2" Type="http://schemas.openxmlformats.org/officeDocument/2006/relationships/hyperlink" Target="https://github.com/ImperialCollegeLondon/RCDS-parallel-programming-in-python" TargetMode="Externa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B8CFF-383C-D851-D00F-2D379C5EB9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Parallel Programming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9A2379-8763-5480-91C9-D345DCB62E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GB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4432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2B536CB7-DFEA-4F98-ABD3-A1969468ED80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1AB67-9304-B084-A7F8-165197F1F6E1}"/>
              </a:ext>
            </a:extLst>
          </p:cNvPr>
          <p:cNvSpPr txBox="1"/>
          <p:nvPr/>
        </p:nvSpPr>
        <p:spPr>
          <a:xfrm>
            <a:off x="5936457" y="73077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Understand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how parallel computing works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Judge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when it’s appropriate to use different parallel programming techniques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a selection of parallel processing libraries in Python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Apply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parallel programming to simple practical problems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FEBF4202-0BFC-4E93-9747-302E53398C0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 dirty="0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C284F42F-B3C5-4742-A627-7F087B8E4AF0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B8C1-37D9-4E65-816B-25E546F8DA5B}" type="datetime1">
              <a:rPr lang="en-GB" smtClean="0"/>
              <a:t>24/10/2025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The link </a:t>
            </a:r>
            <a:r>
              <a:rPr lang="en-GB" sz="2800"/>
              <a:t>is </a:t>
            </a:r>
            <a:r>
              <a:rPr lang="en-GB" sz="28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8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/>
              <a:t>You </a:t>
            </a:r>
            <a:r>
              <a:rPr lang="en-GB" sz="28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8CFBB8A-B1A0-6810-A40F-0B48B06625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38" y="837385"/>
            <a:ext cx="5348975" cy="534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3453</TotalTime>
  <Words>262</Words>
  <Application>Microsoft Office PowerPoint</Application>
  <PresentationFormat>Widescreen</PresentationFormat>
  <Paragraphs>49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Calibri</vt:lpstr>
      <vt:lpstr>Arial</vt:lpstr>
      <vt:lpstr>Times New Roman</vt:lpstr>
      <vt:lpstr>ICL PPT Theme</vt:lpstr>
      <vt:lpstr>Introduction to Parallel Programming in Python</vt:lpstr>
      <vt:lpstr>Important Information on Marking your Attendance on Inkpath</vt:lpstr>
      <vt:lpstr>Learning Outcomes</vt:lpstr>
      <vt:lpstr>Course Materials</vt:lpstr>
      <vt:lpstr>Please take 3 minutes to complete the evaluation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16</cp:revision>
  <dcterms:created xsi:type="dcterms:W3CDTF">2024-09-12T08:44:53Z</dcterms:created>
  <dcterms:modified xsi:type="dcterms:W3CDTF">2025-10-24T10:08:09Z</dcterms:modified>
</cp:coreProperties>
</file>